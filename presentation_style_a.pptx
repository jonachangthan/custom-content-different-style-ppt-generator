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486400"/>
            <a:ext cx="9144000" cy="13716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4800">
                <a:solidFill>
                  <a:srgbClr val="2C3E50"/>
                </a:solidFill>
                <a:latin typeface="Microsoft JhengHei"/>
              </a:defRPr>
            </a:pPr>
            <a:r>
              <a:t>2024 年度行銷計畫</a:t>
            </a:r>
          </a:p>
          <a:p>
            <a:pPr>
              <a:defRPr sz="2400">
                <a:solidFill>
                  <a:srgbClr val="34495E"/>
                </a:solidFill>
                <a:latin typeface="Microsoft JhengHei"/>
              </a:defRPr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>
                <a:solidFill>
                  <a:srgbClr val="2C3E50"/>
                </a:solidFill>
                <a:latin typeface="Microsoft JhengHei"/>
              </a:defRPr>
            </a:pPr>
            <a:r>
              <a:t>市場分析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463040"/>
            <a:ext cx="8229600" cy="457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34495E"/>
                </a:solidFill>
                <a:latin typeface="Microsoft JhengHei"/>
              </a:defRPr>
            </a:pPr>
            <a:r>
              <a:t>• 競爭對手A的市佔率下降了5%</a:t>
            </a:r>
          </a:p>
          <a:p>
            <a:pPr>
              <a:spcAft>
                <a:spcPts val="1400"/>
              </a:spcAft>
              <a:defRPr sz="2000">
                <a:solidFill>
                  <a:srgbClr val="34495E"/>
                </a:solidFill>
                <a:latin typeface="Microsoft JhengHei"/>
              </a:defRPr>
            </a:pPr>
            <a:r>
              <a:t>• 市場分析結果顯示社群媒體行銷潛力</a:t>
            </a:r>
          </a:p>
          <a:p>
            <a:pPr>
              <a:spcAft>
                <a:spcPts val="1400"/>
              </a:spcAft>
              <a:defRPr sz="2000">
                <a:solidFill>
                  <a:srgbClr val="34495E"/>
                </a:solidFill>
                <a:latin typeface="Microsoft JhengHei"/>
              </a:defRPr>
            </a:pPr>
            <a:r>
              <a:t>• 社群媒體使用率不斷上升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>
                <a:solidFill>
                  <a:srgbClr val="2C3E50"/>
                </a:solidFill>
                <a:latin typeface="Microsoft JhengHei"/>
              </a:defRPr>
            </a:pPr>
            <a:r>
              <a:t>策略規劃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463040"/>
            <a:ext cx="8229600" cy="457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34495E"/>
                </a:solidFill>
                <a:latin typeface="Microsoft JhengHei"/>
              </a:defRPr>
            </a:pPr>
            <a:r>
              <a:t>• 專注於社群媒體行銷</a:t>
            </a:r>
          </a:p>
          <a:p>
            <a:pPr>
              <a:spcAft>
                <a:spcPts val="1400"/>
              </a:spcAft>
              <a:defRPr sz="2000">
                <a:solidFill>
                  <a:srgbClr val="34495E"/>
                </a:solidFill>
                <a:latin typeface="Microsoft JhengHei"/>
              </a:defRPr>
            </a:pPr>
            <a:r>
              <a:t>• 特別是 Instagram Reels</a:t>
            </a:r>
          </a:p>
          <a:p>
            <a:pPr>
              <a:spcAft>
                <a:spcPts val="1400"/>
              </a:spcAft>
              <a:defRPr sz="2000">
                <a:solidFill>
                  <a:srgbClr val="34495E"/>
                </a:solidFill>
                <a:latin typeface="Microsoft JhengHei"/>
              </a:defRPr>
            </a:pPr>
            <a:r>
              <a:t>• 透過社群媒體增加品牌曝光度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>
                <a:solidFill>
                  <a:srgbClr val="2C3E50"/>
                </a:solidFill>
                <a:latin typeface="Microsoft JhengHei"/>
              </a:defRPr>
            </a:pPr>
            <a:r>
              <a:t>預算分配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463040"/>
            <a:ext cx="8229600" cy="457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34495E"/>
                </a:solidFill>
                <a:latin typeface="Microsoft JhengHei"/>
              </a:defRPr>
            </a:pPr>
            <a:r>
              <a:t>• 預計投入 30% 在廣告投放</a:t>
            </a:r>
          </a:p>
          <a:p>
            <a:pPr>
              <a:spcAft>
                <a:spcPts val="1400"/>
              </a:spcAft>
              <a:defRPr sz="2000">
                <a:solidFill>
                  <a:srgbClr val="34495E"/>
                </a:solidFill>
                <a:latin typeface="Microsoft JhengHei"/>
              </a:defRPr>
            </a:pPr>
            <a:r>
              <a:t>• 預計投入 20% 在 KOL 合作</a:t>
            </a:r>
          </a:p>
          <a:p>
            <a:pPr>
              <a:spcAft>
                <a:spcPts val="1400"/>
              </a:spcAft>
              <a:defRPr sz="2000">
                <a:solidFill>
                  <a:srgbClr val="34495E"/>
                </a:solidFill>
                <a:latin typeface="Microsoft JhengHei"/>
              </a:defRPr>
            </a:pPr>
            <a:r>
              <a:t>• 合理分配預算以達成行銷目標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